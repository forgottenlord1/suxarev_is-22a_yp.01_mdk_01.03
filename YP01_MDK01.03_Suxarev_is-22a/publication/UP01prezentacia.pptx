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2" r:id="rId3"/>
    <p:sldId id="261" r:id="rId4"/>
    <p:sldId id="275" r:id="rId5"/>
    <p:sldId id="274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622" autoAdjust="0"/>
  </p:normalViewPr>
  <p:slideViewPr>
    <p:cSldViewPr>
      <p:cViewPr>
        <p:scale>
          <a:sx n="118" d="100"/>
          <a:sy n="118" d="100"/>
        </p:scale>
        <p:origin x="-1962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7E37893-C681-40FA-8512-859798ED11A4}" type="datetimeFigureOut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20A7FE9-1764-4176-B9D0-960775881D1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958975"/>
            <a:ext cx="7772400" cy="1470025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Мобильное приложение «Магазин спортивной обуви»</a:t>
            </a:r>
            <a:endParaRPr lang="ru-RU" sz="32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5353485"/>
              </p:ext>
            </p:extLst>
          </p:nvPr>
        </p:nvGraphicFramePr>
        <p:xfrm>
          <a:off x="4938365" y="4581128"/>
          <a:ext cx="841126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5105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403616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Выполнил: </a:t>
                      </a:r>
                      <a:r>
                        <a:rPr lang="ru-RU" baseline="0" dirty="0" smtClean="0"/>
                        <a:t>Сухарев Егор Алексеевич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883461" y="6026361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xmlns="" val="27406657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/>
          <a:lstStyle/>
          <a:p>
            <a:r>
              <a:rPr lang="ru-RU" dirty="0" smtClean="0"/>
              <a:t>Цель и функционал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1484784"/>
            <a:ext cx="7920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800" dirty="0" smtClean="0"/>
              <a:t>Просмотр товаров</a:t>
            </a:r>
            <a:r>
              <a:rPr lang="en-US" sz="2800" dirty="0" smtClean="0"/>
              <a:t>;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Фильтрация по категориям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Навигация в приложении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Разграничение прав пользователя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Изменение данных профиля</a:t>
            </a:r>
            <a:r>
              <a:rPr lang="en-US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120777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Диаграмма вариантов использования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84784"/>
            <a:ext cx="5651847" cy="4569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32720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Используемые архитектурные решения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1484784"/>
            <a:ext cx="7920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MVVM(Model0View-ViewModel) – </a:t>
            </a:r>
            <a:r>
              <a:rPr lang="ru-RU" sz="2800" dirty="0" smtClean="0"/>
              <a:t>разделение на </a:t>
            </a:r>
            <a:r>
              <a:rPr lang="en-US" sz="2800" dirty="0" smtClean="0"/>
              <a:t>Model(</a:t>
            </a:r>
            <a:r>
              <a:rPr lang="ru-RU" sz="2800" dirty="0" smtClean="0"/>
              <a:t>данные), </a:t>
            </a:r>
            <a:r>
              <a:rPr lang="en-US" sz="2800" dirty="0" err="1" smtClean="0"/>
              <a:t>ViewModel</a:t>
            </a:r>
            <a:r>
              <a:rPr lang="en-US" sz="2800" dirty="0" smtClean="0"/>
              <a:t> (</a:t>
            </a:r>
            <a:r>
              <a:rPr lang="ru-RU" sz="2800" dirty="0" smtClean="0"/>
              <a:t>логика) и </a:t>
            </a:r>
            <a:r>
              <a:rPr lang="en-US" sz="2800" dirty="0" smtClean="0"/>
              <a:t>View (UI c Compose);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Слои приложения</a:t>
            </a:r>
            <a:r>
              <a:rPr lang="en-US" sz="2800" dirty="0" smtClean="0"/>
              <a:t>: data (</a:t>
            </a:r>
            <a:r>
              <a:rPr lang="ru-RU" sz="2800" dirty="0" smtClean="0"/>
              <a:t>модели и сервисы</a:t>
            </a:r>
            <a:r>
              <a:rPr lang="en-US" sz="2800" dirty="0" smtClean="0"/>
              <a:t>)</a:t>
            </a:r>
            <a:r>
              <a:rPr lang="ru-RU" sz="2800" dirty="0" smtClean="0"/>
              <a:t>, </a:t>
            </a:r>
            <a:r>
              <a:rPr lang="en-US" sz="2800" dirty="0" err="1" smtClean="0"/>
              <a:t>ui</a:t>
            </a:r>
            <a:r>
              <a:rPr lang="en-US" sz="2800" dirty="0" smtClean="0"/>
              <a:t> (</a:t>
            </a:r>
            <a:r>
              <a:rPr lang="ru-RU" sz="2800" dirty="0" smtClean="0"/>
              <a:t>экраны и темы</a:t>
            </a:r>
            <a:r>
              <a:rPr lang="en-US" sz="2800" dirty="0" smtClean="0"/>
              <a:t>);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Jetpack Compose – </a:t>
            </a:r>
            <a:r>
              <a:rPr lang="ru-RU" sz="2800" dirty="0" smtClean="0"/>
              <a:t>создание </a:t>
            </a:r>
            <a:r>
              <a:rPr lang="en-US" sz="2800" dirty="0" smtClean="0"/>
              <a:t>UI</a:t>
            </a:r>
            <a:endParaRPr lang="ru-RU" sz="2800" dirty="0" smtClean="0"/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Навигация – </a:t>
            </a:r>
            <a:r>
              <a:rPr lang="en-US" sz="2800" dirty="0" err="1" smtClean="0"/>
              <a:t>NavController</a:t>
            </a:r>
            <a:r>
              <a:rPr lang="en-US" sz="2800" dirty="0" smtClean="0"/>
              <a:t> </a:t>
            </a:r>
            <a:r>
              <a:rPr lang="ru-RU" sz="2800" dirty="0" smtClean="0"/>
              <a:t>и </a:t>
            </a:r>
            <a:r>
              <a:rPr lang="en-US" sz="2800" dirty="0" smtClean="0"/>
              <a:t>navigation-compose</a:t>
            </a:r>
            <a:r>
              <a:rPr lang="en-US" sz="2800" dirty="0" smtClean="0"/>
              <a:t>;</a:t>
            </a: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ru-RU" sz="2800" dirty="0" smtClean="0"/>
              <a:t>Сетевые запросы – </a:t>
            </a:r>
            <a:r>
              <a:rPr lang="en-US" sz="2800" dirty="0" smtClean="0"/>
              <a:t>Retrofit + </a:t>
            </a:r>
            <a:r>
              <a:rPr lang="en-US" sz="2800" dirty="0" err="1" smtClean="0"/>
              <a:t>Supabase</a:t>
            </a:r>
            <a:r>
              <a:rPr lang="en-US" sz="2800" dirty="0" smtClean="0"/>
              <a:t> API</a:t>
            </a:r>
            <a:r>
              <a:rPr lang="ru-RU" sz="2800" dirty="0" smtClean="0"/>
              <a:t> для авторизации и данных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120777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Используемые библиотеки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1484784"/>
            <a:ext cx="7920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Splash Screen</a:t>
            </a:r>
            <a:r>
              <a:rPr lang="ru-RU" sz="2800" dirty="0" smtClean="0"/>
              <a:t> – для стартового экрана загрузки</a:t>
            </a:r>
            <a:r>
              <a:rPr lang="en-US" sz="2800" dirty="0" smtClean="0"/>
              <a:t>;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Navigation Compose</a:t>
            </a:r>
            <a:r>
              <a:rPr lang="ru-RU" sz="2800" dirty="0" smtClean="0"/>
              <a:t> – для навигации между формами</a:t>
            </a:r>
            <a:r>
              <a:rPr lang="en-US" sz="2800" dirty="0" smtClean="0"/>
              <a:t>;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Retrofit</a:t>
            </a:r>
            <a:r>
              <a:rPr lang="ru-RU" sz="2800" dirty="0" smtClean="0"/>
              <a:t> – для сетевых запросов и преобр</a:t>
            </a:r>
            <a:r>
              <a:rPr lang="ru-RU" sz="2800" dirty="0" smtClean="0"/>
              <a:t>а</a:t>
            </a:r>
            <a:r>
              <a:rPr lang="ru-RU" sz="2800" dirty="0" smtClean="0"/>
              <a:t>зования </a:t>
            </a:r>
            <a:r>
              <a:rPr lang="en-US" sz="2800" dirty="0" smtClean="0"/>
              <a:t>JSON </a:t>
            </a:r>
            <a:r>
              <a:rPr lang="ru-RU" sz="2800" dirty="0" smtClean="0"/>
              <a:t>в объекты </a:t>
            </a:r>
            <a:r>
              <a:rPr lang="en-US" sz="2800" dirty="0" err="1" smtClean="0"/>
              <a:t>Kotlin</a:t>
            </a:r>
            <a:r>
              <a:rPr lang="en-US" sz="2800" dirty="0" smtClean="0"/>
              <a:t> </a:t>
            </a:r>
            <a:r>
              <a:rPr lang="ru-RU" sz="2800" dirty="0" smtClean="0"/>
              <a:t>с помощью </a:t>
            </a:r>
            <a:r>
              <a:rPr lang="en-US" sz="2800" dirty="0" err="1" smtClean="0"/>
              <a:t>Gson</a:t>
            </a:r>
            <a:r>
              <a:rPr lang="en-US" sz="28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1210144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445</TotalTime>
  <Words>137</Words>
  <Application>Microsoft Office PowerPoint</Application>
  <PresentationFormat>Экран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Апекс</vt:lpstr>
      <vt:lpstr>Мобильное приложение «Магазин спортивной обуви»</vt:lpstr>
      <vt:lpstr>Цель и функционал</vt:lpstr>
      <vt:lpstr>Диаграмма вариантов использования</vt:lpstr>
      <vt:lpstr>Используемые архитектурные решения</vt:lpstr>
      <vt:lpstr>Используемые библиотеки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</dc:title>
  <dc:creator>SAD</dc:creator>
  <cp:lastModifiedBy>android243</cp:lastModifiedBy>
  <cp:revision>75</cp:revision>
  <dcterms:created xsi:type="dcterms:W3CDTF">2025-12-09T10:22:46Z</dcterms:created>
  <dcterms:modified xsi:type="dcterms:W3CDTF">2025-12-20T07:59:08Z</dcterms:modified>
</cp:coreProperties>
</file>